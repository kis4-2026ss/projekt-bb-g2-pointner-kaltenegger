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WF1 · Nur Code</c:v>
                  </c:pt>
                  <c:pt idx="1">
                    <c:v>WF2 · MCP</c:v>
                  </c:pt>
                  <c:pt idx="2">
                    <c:v>WF3 · Chat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WF1 · Nur Code</c:v>
                  </c:pt>
                  <c:pt idx="1">
                    <c:v>WF2 · MCP</c:v>
                  </c:pt>
                  <c:pt idx="2">
                    <c:v>WF3 · Chat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Input-Tokens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WF1 · Nur Code</c:v>
                  </c:pt>
                  <c:pt idx="1">
                    <c:v>WF2 · MCP</c:v>
                  </c:pt>
                  <c:pt idx="2">
                    <c:v>WF3 · Chat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449362</c:v>
                </c:pt>
                <c:pt idx="1">
                  <c:v>1514532</c:v>
                </c:pt>
                <c:pt idx="2">
                  <c:v>15784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631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2385C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137160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2286000"/>
            <a:ext cx="219456" cy="21945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731520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Shape 5"/>
          <p:cNvSpPr/>
          <p:nvPr/>
        </p:nvSpPr>
        <p:spPr>
          <a:xfrm>
            <a:off x="10122408" y="1527048"/>
            <a:ext cx="960120" cy="8686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22408" y="1527048"/>
            <a:ext cx="393192" cy="-70408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 OÖ · KIS4 · GRUPPE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" y="1783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Context Protocol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Effiziente KI-Integration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" y="36118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visuelle Frontend „Self-Healer“ Benchmark – drei KI-Workflows im datengestützten Vergleich.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4572000"/>
            <a:ext cx="2926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Pointner  ·  Sebastian Kaltenegger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5138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12-Minuten-Präsentation  ·  Juni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KERNAUSSAGE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gewinnt nicht beim Ergebnis – sondern beim Weg dorthin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Workflows haben am Ende alle 10 Fehler behoben. Der Unterschied liegt in Autonomie, Aufwand und Verifikation.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61188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057400"/>
            <a:ext cx="36118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 VERIFIKATION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25786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Self-Healing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58952" y="3310128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liest Konsole &amp; DOM selbst, testet per Screenshot und korrigiert eigenständig – ohne manuelle Kontrolle.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9392" y="2057400"/>
            <a:ext cx="361188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2057400"/>
            <a:ext cx="3611880" cy="1097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MINIMALER MENSCH-AUFWAND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5424" y="25786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Prompts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35424" y="3310128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erreichte das Ziel in den wenigsten Interaktionen und der kürzesten Gesamtzeit (3 Min).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55864" y="2057400"/>
            <a:ext cx="361188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55864" y="2057400"/>
            <a:ext cx="36118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TRADE-OFF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11896" y="25786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vs. Zeit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11896" y="3310128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verbraucht die meisten Tokens – spart aber teure Menschenzeit. Der Chat-Weg ist umgekehrt.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agentische Dev-Workflows ist MCP die effizienteste Wahl – der höhere Token-Preis wird durch eingesparte Entwicklerzeit mehr als ausgeglichen.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LLM ohne Kontext arbeitet blind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Standard-LLM sieht nur den Code im Editor. Es kann die laufende Anwendung nicht öffnen, keine Konsolen-Logs lesen und keine visuellen Fehler erkennen.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6609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Sieht keine Laufzeit-Fehler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9352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Konsolen-Errors &amp; Warnings bleiben unsichtbar.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3410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Sieht kein gerendertes UI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685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Layout-Brüche &amp; ungestylte Elemente fallen nicht auf.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384048" cy="384048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4160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nicht selbst verifizieren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44348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Korrektur muss ein Mensch testen und rückmelden.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5532120" cy="32461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743200"/>
            <a:ext cx="1463040" cy="822960"/>
          </a:xfrm>
          <a:prstGeom prst="rect">
            <a:avLst/>
          </a:prstGeom>
          <a:solidFill>
            <a:srgbClr val="0F25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83680" y="2743200"/>
            <a:ext cx="1463040" cy="8229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Code-Dateien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23960" y="1783080"/>
            <a:ext cx="0" cy="278892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458200" y="1554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372600" y="2057400"/>
            <a:ext cx="19659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UI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372600" y="2926080"/>
            <a:ext cx="19659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C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2926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Konsolen-Logs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372600" y="3794760"/>
            <a:ext cx="19659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3794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DOM-Styles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teuren Fehler sind genau die, die man sehen muss. Ohne Laufzeit-Kontext bleibt der Mensch das Auge des LLM – langsam und fehleranfällig.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MCP: Die standardisierte Brücke zwischen KI und Werkzeugen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 Context Protocol verbindet den KI-Agenten über eine einheitliche Schnittstelle mit externen Tools – statt vieler individueller Integrationen ein gemeinsamer „USB-C-Stecker“ für KI.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F2540"/>
          </a:solidFill>
          <a:ln/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743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
</a:t>
            </a:r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606040"/>
            <a:ext cx="3017520" cy="1645920"/>
          </a:xfrm>
          <a:prstGeom prst="roundRect">
            <a:avLst>
              <a:gd name="adj" fmla="val 444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6060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
</a:t>
            </a:r>
            <a:pPr algn="ctr" indent="0" marL="0">
              <a:buNone/>
            </a:pPr>
            <a:r>
              <a:rPr lang="en-US" sz="11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Browser-Controller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26080" y="3429000"/>
            <a:ext cx="1645920" cy="0"/>
          </a:xfrm>
          <a:prstGeom prst="line">
            <a:avLst/>
          </a:prstGeom>
          <a:noFill/>
          <a:ln w="31750">
            <a:solidFill>
              <a:srgbClr val="0F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3429000"/>
            <a:ext cx="1417320" cy="-82296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3429000"/>
            <a:ext cx="14173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3429000"/>
            <a:ext cx="1417320" cy="82296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06840" y="2084832"/>
            <a:ext cx="2743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08483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DOM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6840" y="2953512"/>
            <a:ext cx="2743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295351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Konsolen-Logs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3822192"/>
            <a:ext cx="2743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382219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4472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Protokoll, viele Werkzeuge: Der Agent erhält Augen (UI), Ohren (Logs) und Hände (Datei-Patches) – die Voraussetzung für echte Selbstheilung.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VERSUCHSAUFBAU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Fehler-Set, drei Workflows, fünf Metriken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23360" y="14173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F2540"/>
          </a:solidFill>
          <a:ln/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0" y="14173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Basis-App  </a:t>
            </a:r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(Angular)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versteckte Bugs · identische Codebasis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94560" y="233172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34640"/>
            <a:ext cx="3108960" cy="1828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834640"/>
            <a:ext cx="31089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73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 Code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7673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Standard-LLM, nur Text-Dateien. Kein Zugriff auf App oder Logs.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9048" y="2331720"/>
            <a:ext cx="0" cy="4572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2834640"/>
            <a:ext cx="3108960" cy="1828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2834640"/>
            <a:ext cx="3108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3273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MCP-Server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73168" y="37673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mit Playwright-MCP: liest Logs &amp; DOM, patcht und testet selbst.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12680" y="2331720"/>
            <a:ext cx="0" cy="45720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834640"/>
            <a:ext cx="3108960" cy="1828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58200" y="2834640"/>
            <a:ext cx="3108960" cy="914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273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+ Screenshots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0" y="37673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Multimodaler Chat: Code-Text plus manuell hochgeladene PNG-Screenshots.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Gemessene Metriken: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Token-Verbrauch · Fehlerbehebungsquote · Menschliche Interaktionen · Bearbeitungszeit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230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Gemini 3.1 Flash Lite (Medium) · Playwright MCP · VSCode · Google AI Studio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FEHLER-SET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gezielt injizierte Defekte in drei Kategorien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3611880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Funktional / Logik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58952" y="2459736"/>
            <a:ext cx="146304" cy="146304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68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Falsches Löschen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8952" y="2971800"/>
            <a:ext cx="146304" cy="146304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Massen-Update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" y="3483864"/>
            <a:ext cx="146304" cy="146304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924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Validierung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8952" y="3995928"/>
            <a:ext cx="146304" cy="146304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904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Kaputte Filter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79392" y="1600200"/>
            <a:ext cx="36118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9392" y="1600200"/>
            <a:ext cx="361188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07992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Layout / Responsive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35424" y="245973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368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Text-Overflow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35424" y="29718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Überlappende Header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35424" y="34838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3924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Zerstörte Buttons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55864" y="1600200"/>
            <a:ext cx="36118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55864" y="1600200"/>
            <a:ext cx="3611880" cy="6400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8284464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Ungestylte UI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11896" y="2459736"/>
            <a:ext cx="146304" cy="14630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8604504" y="2368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Fälligkeitsdatum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311896" y="2971800"/>
            <a:ext cx="146304" cy="14630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8604504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Dropdown-Priorität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311896" y="3483864"/>
            <a:ext cx="146304" cy="14630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8604504" y="33924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„Liste leeren“-Button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gemischt: Logik-Bugs sind im Code sichtbar – Layout- und Style-Fehler nur im laufenden UI. Genau hier trennt sich die Spreu vom Weizen.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 · ERGEBNIS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Vom kaputten Seed zur sauberen App – alle drei schaffen 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 · injizierte Defekte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1874520"/>
          </a:xfrm>
          <a:prstGeom prst="rect">
            <a:avLst/>
          </a:prstGeom>
          <a:solidFill>
            <a:srgbClr val="F4F7FA"/>
          </a:solidFill>
          <a:ln w="15875">
            <a:solidFill>
              <a:srgbClr val="FCA5A5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pic>
        <p:nvPicPr>
          <p:cNvPr id="6" name="Image 0" descr="/sessions/ecstatic-serene-galileo/mnt/outputs/img/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5212080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Ungestylter „Liste leeren“-Button bricht aus dem Layout, leere Liste, Header überlappt.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· selbstgeheilt (WF 2 · MCP)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486400" cy="3246120"/>
          </a:xfrm>
          <a:prstGeom prst="rect">
            <a:avLst/>
          </a:prstGeom>
          <a:solidFill>
            <a:srgbClr val="F4F7FA"/>
          </a:solidFill>
          <a:ln w="19050">
            <a:solidFill>
              <a:srgbClr val="5EEAD4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pic>
        <p:nvPicPr>
          <p:cNvPr id="10" name="Image 1" descr="/sessions/ecstatic-serene-galileo/mnt/outputs/img/af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1938528"/>
            <a:ext cx="5120640" cy="30723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3886200"/>
            <a:ext cx="5486400" cy="1143000"/>
          </a:xfrm>
          <a:prstGeom prst="rect">
            <a:avLst/>
          </a:prstGeom>
          <a:solidFill>
            <a:srgbClr val="0F2540"/>
          </a:solidFill>
          <a:ln/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31520" y="4023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Fehler behoben</a:t>
            </a:r>
            <a:pPr indent="0" marL="0">
              <a:lnSpc>
                <a:spcPct val="105000"/>
              </a:lnSpc>
              <a:buNone/>
            </a:pP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jedem der drei Workflows – die Korrektheit ist nicht der Differenzierer.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der reinen Fehlerquote sind alle gleich gut. Die entscheidende Frage lautet daher nicht „ob“, sondern „wie effizient“.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PRAXISBEISPIEL · WORKFLOW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MCP den Prozess verbessert: der autonome Self-Healing-Zyklus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288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Analysieren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lädt das Frontend via Playwright, inspiziert DOM &amp; liest Konsolen-Errors – ohne menschliches Zutun.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42232" y="23317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25112" y="1600200"/>
            <a:ext cx="365760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18288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85232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Beheben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25420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Identifiziert die fehlerhaften Dateien und patcht den Code direkt über Dateisystem-Werkzeuge.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64424" y="23317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47304" y="1600200"/>
            <a:ext cx="365760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3336" y="18288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403336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07424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Verifizieren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21624" y="25420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Lädt die Seite neu, prüft per Screenshot auf Regressionen und wiederholt, bis fehlerfrei.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11201400" cy="1051560"/>
          </a:xfrm>
          <a:prstGeom prst="rect">
            <a:avLst/>
          </a:prstGeom>
          <a:solidFill>
            <a:srgbClr val="ECFDF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690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Effekt: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geloggt und getestet wurde, musste der Mensch nicht mehr kontrollieren – der Agent öffnete den Browser selbst und arbeitete die Fehler eigenständig ab. 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&amp; 3 mussten dagegen bei jeder Iteration manuell getestet und rückgemeldet werden.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verschiebt die Verifikation vom Menschen zur Maschine. Das ist der eigentliche Produktivitäts-Hebel – nicht die Code-Generierung selbst.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1 · MENSCHLICHE INTERAKTIONEN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erreicht das Ziel in den wenigsten Runden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Benötigte Prompts bis zur fehlerfreien App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6640" y="1600200"/>
            <a:ext cx="4297680" cy="32004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224028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 testet selbst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MCP-Agent verifiziert jede Korrektur autonom – der Mensch gibt nur die Richtung vor.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 &amp; WF3 brauchen Hinweise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 und Style-Fehler erkannten sie nicht selbst – sie mussten in den Prompts explizit benannt werden.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Interaktionen = weniger Kontextwechsel für den Entwickler. Genau diese Unterbrechungen sind im Arbeitsalltag am teuersten.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2 · BEARBEITUNGSZEIT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ist am schnellsten – der Chat-Weg am langsamsten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Gesamtbearbeitungszeit in Minuten (Fehlerbericht → fehlerfreier Build)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6640" y="1600200"/>
            <a:ext cx="4297680" cy="1508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17647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635240" y="24414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als der Chat-Workflow erreichte MCP das Ergebnis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3291840"/>
            <a:ext cx="4297680" cy="1508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35240" y="34564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635240" y="41330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kostete WF3 – getrieben durch manuelles Screenshots-Erstellen &amp; Datei-Uploads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Chat-Workflow spart Setup, kostet aber Menschenzeit bei jedem Schritt. MCP investiert einmal ins Setup und automatisiert danach den teuersten Teil.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3 · TOKEN-ÖKONOMIE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Trade-off: MCP ist am token-intensivsten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61264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177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Verbrauchte Input-Tokens (Modell: Gemini 3.1 Flash Lite)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0" y="1508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Session-Daten</a:t>
            </a:r>
            <a:endParaRPr lang="en-US" sz="1200" dirty="0"/>
          </a:p>
        </p:txBody>
      </p:sp>
      <p:pic>
        <p:nvPicPr>
          <p:cNvPr id="7" name="Image 0" descr="/sessions/ecstatic-serene-galileo/mnt/outputs/img/tok_wf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1828800"/>
            <a:ext cx="2331720" cy="1472184"/>
          </a:xfrm>
          <a:prstGeom prst="rect">
            <a:avLst/>
          </a:prstGeom>
        </p:spPr>
      </p:pic>
      <p:pic>
        <p:nvPicPr>
          <p:cNvPr id="8" name="Image 1" descr="/sessions/ecstatic-serene-galileo/mnt/outputs/img/tok_wf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26880" y="1874520"/>
            <a:ext cx="2331720" cy="1490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0" y="33101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 · MCP (59 Tool-Calls)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9326880" y="33101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 · Nur Code (27 Tool-Calls)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6858000" y="3703320"/>
            <a:ext cx="484632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040880" y="37764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Achtung Vergleichbarkeit: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Agenten (WF1/2) lesen Dateien &amp; Logs automatisch – der Chat (WF3) nur manuell Eingefügtes. Tokens ≠ Gesamtkosten.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9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tauscht günstige Tokens gegen teure Menschenzeit. Bei realen Entwickler-Stundensätzen ist das fast immer der bessere Deal.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Gesamtbild: MCP führt in jeder Effizienz-Dimension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063240" cy="457200"/>
          </a:xfrm>
          <a:prstGeom prst="rect">
            <a:avLst/>
          </a:prstGeom>
          <a:solidFill>
            <a:srgbClr val="0F254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554480"/>
            <a:ext cx="2834640" cy="457200"/>
          </a:xfrm>
          <a:prstGeom prst="rect">
            <a:avLst/>
          </a:prstGeom>
          <a:solidFill>
            <a:srgbClr val="0F254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 · Nur 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2834640" cy="457200"/>
          </a:xfrm>
          <a:prstGeom prst="rect">
            <a:avLst/>
          </a:prstGeom>
          <a:solidFill>
            <a:srgbClr val="0F254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 · MCP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235440" y="1554480"/>
            <a:ext cx="2834640" cy="457200"/>
          </a:xfrm>
          <a:prstGeom prst="rect">
            <a:avLst/>
          </a:prstGeom>
          <a:solidFill>
            <a:srgbClr val="0F254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 · Chat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011680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11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behoben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20116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35440" y="20116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2468880"/>
            <a:ext cx="30632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Menschl. Interaktionen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24688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24688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Prompts</a:t>
            </a:r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235440" y="24688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2926080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66160" y="29260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29260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235440" y="29260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7260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383280"/>
            <a:ext cx="30632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 Verifikation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66160" y="33832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0" y="33832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235440" y="33832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3840480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840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Input-Tokens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566160" y="38404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~449 k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400800" y="38404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~1,51 M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235440" y="384048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7260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k</a:t>
            </a:r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02920" y="4297680"/>
            <a:ext cx="30632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4297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Setup-Aufwand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566160" y="42976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0332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gering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400800" y="4297680"/>
            <a:ext cx="2834640" cy="457200"/>
          </a:xfrm>
          <a:prstGeom prst="rect">
            <a:avLst/>
          </a:prstGeom>
          <a:solidFill>
            <a:srgbClr val="E6FB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3796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9235440" y="4297680"/>
            <a:ext cx="283464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7260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keiner</a:t>
            </a:r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★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400800" y="1554480"/>
            <a:ext cx="2834640" cy="3200400"/>
          </a:xfrm>
          <a:prstGeom prst="rect">
            <a:avLst/>
          </a:prstGeom>
          <a:ln w="254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bester Wert der Zeile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3" name="Text 61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verliert nur eine Disziplin – den Token-Verbrauch. In allen Dimensionen, die Entwicklerzeit kosten, liegt es klar vorn.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HANDLUNGSEMPFEHLUNG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 welcher Workflow – die Entscheidungslogik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361188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wählen, wenn…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395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" y="23774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Entwicklung &amp; Self-Healing gefragt sind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30540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6424" y="30358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Laufzeit-Verhalten (UI, Logs) zählt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" y="37124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06424" y="36941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Entwicklerzeit teurer ist als Tokens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79392" y="160020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79392" y="1600200"/>
            <a:ext cx="3611880" cy="5943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4507992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Nur-Code reicht, wenn…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35424" y="2395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82896" y="23774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rein im Code sichtbar sind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35424" y="30540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82896" y="30358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Tooling-Setup vermieden werden soll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5424" y="37124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82896" y="36941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 Logik-Fixes genügen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55864" y="160020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254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55864" y="1600200"/>
            <a:ext cx="3611880" cy="5943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284464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nutzen, wenn…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11896" y="2395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59368" y="23774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Setup möglich ist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11896" y="30540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59368" y="30358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ein Browser-LLM verfügbar ist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11896" y="37124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59368" y="36941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Einmal-Korrekturen statt Iteration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571500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567842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ist kein Allheilmittel, aber für moderne agentische Dev-Workflows der neue Standard – überall dort, wo die KI sehen und selbst testen muss.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– Effiziente KI-Integration  ·  Visual Frontend Self-Healer Benchmark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5943600" cy="5943600"/>
          </a:xfrm>
          <a:prstGeom prst="ellipse">
            <a:avLst/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macht aus dem LLM einen eigenständigen Ingenieur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6791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Korrektheit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Workflows behoben 10/10 Fehler – Qualität ist kein Unterscheidungsmerkmal.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3814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39242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Effizienz entscheidet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gewinnt bei Interaktionen (2) und Zeit (3 min) durch autonome Verifikation.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5137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4105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Bewusster Trade-off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Höherer Token-Verbrauch wird durch eingesparte, teurere Menschenzeit überkompensiert.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5074920"/>
            <a:ext cx="1088136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Pointner · Sebastian Kaltenegger   —   Vielen Dank. Fragen?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 – Effiziente KI-Integration</dc:title>
  <dc:subject>PptxGenJS Presentation</dc:subject>
  <dc:creator>Andreas Pointner, Sebastian Kaltenegger</dc:creator>
  <cp:lastModifiedBy>Andreas Pointner, Sebastian Kaltenegger</cp:lastModifiedBy>
  <cp:revision>1</cp:revision>
  <dcterms:created xsi:type="dcterms:W3CDTF">2026-06-17T19:43:37Z</dcterms:created>
  <dcterms:modified xsi:type="dcterms:W3CDTF">2026-06-17T19:43:37Z</dcterms:modified>
</cp:coreProperties>
</file>