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82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969-4AD0-9EC5-68325111F333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969-4AD0-9EC5-68325111F333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969-4AD0-9EC5-68325111F33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969-4AD0-9EC5-68325111F33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Minuten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88-4F04-B4BA-6D3ED434050C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88-4F04-B4BA-6D3ED434050C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88-4F04-B4BA-6D3ED434050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3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88-4F04-B4BA-6D3ED434050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Input-Tokens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7BE-4F9E-B447-034957A404DD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7BE-4F9E-B447-034957A404DD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7BE-4F9E-B447-034957A404D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449362</c:v>
                </c:pt>
                <c:pt idx="1">
                  <c:v>1514532</c:v>
                </c:pt>
                <c:pt idx="2">
                  <c:v>15784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7BE-4F9E-B447-034957A40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3966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5669280" cy="5669280"/>
          </a:xfrm>
          <a:prstGeom prst="ellipse">
            <a:avLst/>
          </a:prstGeom>
          <a:solidFill>
            <a:srgbClr val="16314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10104120" y="1554480"/>
            <a:ext cx="292608" cy="29260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11064240" y="242316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10561320" y="868680"/>
            <a:ext cx="164592" cy="164592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10241280" y="1691640"/>
            <a:ext cx="914400" cy="822960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10241280" y="1691640"/>
            <a:ext cx="393192" cy="0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82296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 OÖ · KIS4 · GRUPPE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" y="214884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Context Protocol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Effiziente KI-Integration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841248" y="4206240"/>
            <a:ext cx="27432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841248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  ·  Sebastian Kaltenegger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12-Minuten-Präsentation · Juni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wollen wir herausfinden?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10607040" cy="1691640"/>
          </a:xfrm>
          <a:prstGeom prst="roundRect">
            <a:avLst>
              <a:gd name="adj" fmla="val 3243"/>
            </a:avLst>
          </a:prstGeom>
          <a:solidFill>
            <a:srgbClr val="0F2540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1143000" y="24688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LEITFRAGE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283464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3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Welcher KI-Workflow bietet die beste Balance aus Korrektheit, Aufwand und Kosten?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Gemessen an   </a:t>
            </a: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r>
              <a:rPr lang="en-US" sz="16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Fehlerquote</a:t>
            </a:r>
            <a:r>
              <a:rPr lang="en-US" sz="16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Interaktionen</a:t>
            </a:r>
            <a:r>
              <a:rPr lang="en-US" sz="16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6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LLM ohne Kontext ist blind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21031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Laufzeit-Fehler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2404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Konsolen-Errors bleiben unsichtbar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990088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82296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9443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gerendertes UI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32461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&amp; Styles werden nicht gesehen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831336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8229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63040" y="378561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Selbst-Prüfung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40873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Mensch muss jede Korrektur testen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949440" y="251460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949440" y="2514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052560" y="2286000"/>
            <a:ext cx="0" cy="1371600"/>
          </a:xfrm>
          <a:prstGeom prst="line">
            <a:avLst/>
          </a:prstGeom>
          <a:noFill/>
          <a:ln w="25400">
            <a:solidFill>
              <a:srgbClr val="E2A6A6"/>
            </a:solidFill>
            <a:prstDash val="dash"/>
          </a:ln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9464040" y="22860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UI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64040" y="2852928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9464040" y="28529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64040" y="3419856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9464040" y="341985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DOM-Styles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6676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blockiert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ist MCP?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standardisierte Schnittstelle zwischen KI-Agent und Werkzeugen – der „USB-C-Stecker“ für KI.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0632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0F2540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KI-Agent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2971800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4663440" y="29718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63440" y="4160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Browser-Controller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3520440"/>
            <a:ext cx="1645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Shape 10"/>
          <p:cNvSpPr/>
          <p:nvPr/>
        </p:nvSpPr>
        <p:spPr>
          <a:xfrm>
            <a:off x="7498080" y="3520440"/>
            <a:ext cx="1417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7498080" y="3520440"/>
            <a:ext cx="1417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7498080" y="3520440"/>
            <a:ext cx="1417320" cy="77724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Shape 13"/>
          <p:cNvSpPr/>
          <p:nvPr/>
        </p:nvSpPr>
        <p:spPr>
          <a:xfrm>
            <a:off x="8915400" y="246888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8915400" y="2468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&amp; DOM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15400" y="324612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8915400" y="3246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15400" y="402336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8915400" y="4023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Dateisystem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7E092102-6FAB-0284-4FC6-79FCB5FAFADC}"/>
              </a:ext>
            </a:extLst>
          </p:cNvPr>
          <p:cNvSpPr/>
          <p:nvPr/>
        </p:nvSpPr>
        <p:spPr>
          <a:xfrm flipV="1">
            <a:off x="7498080" y="2807207"/>
            <a:ext cx="1417320" cy="713231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Versuchsaufbau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13558" y="1783080"/>
            <a:ext cx="9587680" cy="777240"/>
          </a:xfrm>
          <a:prstGeom prst="roundRect">
            <a:avLst>
              <a:gd name="adj" fmla="val 7059"/>
            </a:avLst>
          </a:prstGeom>
          <a:solidFill>
            <a:srgbClr val="0F2540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416052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Fehlerhafte Basis-App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Bugs · identische Codebasis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194560" y="2560320"/>
            <a:ext cx="0" cy="50292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7772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777240" y="3108960"/>
            <a:ext cx="73152" cy="1783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10515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Code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515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Text-Dateien, kein Zugriff auf App oder Logs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2560320"/>
            <a:ext cx="0" cy="5029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46634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663440" y="3108960"/>
            <a:ext cx="73152" cy="1783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9377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9377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 Logs &amp; DOM, patcht und testet selbst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966960" y="2560320"/>
            <a:ext cx="0" cy="502920"/>
          </a:xfrm>
          <a:prstGeom prst="line">
            <a:avLst/>
          </a:prstGeom>
          <a:noFill/>
          <a:ln w="25400">
            <a:solidFill>
              <a:srgbClr val="E07A5F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85496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8549640" y="3108960"/>
            <a:ext cx="73152" cy="178308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88239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239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+ Screenshots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8239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Code-Text plus manuelle PNG-Screenshots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FEHLER-SET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injizierte Fehler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 / Logik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822960" y="31181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097280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Falsches Löschen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35753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1097280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Massen-Update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40325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097280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Validierung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897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1097280" y="43982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Kaputte Filter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398264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266944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/ Responsive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98264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Shape 16"/>
          <p:cNvSpPr/>
          <p:nvPr/>
        </p:nvSpPr>
        <p:spPr>
          <a:xfrm>
            <a:off x="4443984" y="31181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718304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Text-Overflow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443984" y="35753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718304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Überlappende Header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43984" y="40325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718304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Zerstörte Buttons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019288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8887968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Ungestylte UI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19288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Shape 25"/>
          <p:cNvSpPr/>
          <p:nvPr/>
        </p:nvSpPr>
        <p:spPr>
          <a:xfrm>
            <a:off x="8065008" y="31181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8339328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Fälligkeitsdatum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65008" y="35753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0" name="Text 28"/>
          <p:cNvSpPr/>
          <p:nvPr/>
        </p:nvSpPr>
        <p:spPr>
          <a:xfrm>
            <a:off x="8339328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Dropdown-Priorität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65008" y="40325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8339328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„Liste leeren“-Button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6" name="Text 34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mit Zugriff auf den src-Ordner – ohne laufende App oder Konsole.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&amp; build selbst ausgeführt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schnelle Antwortzeiten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 im Browser testbar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UI-Probleme nicht selbst erkannt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mussten explizit benannt werden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Iteration manuell getestet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~449 k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Input-Tokens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+ Playwright MCP – der Agent lädt die App, prüft DOM &amp; Konsole selbst.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 sich selbst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Öffnet Browser &amp; testet autonom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Wenigste Prompts, schnellste Zeit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dennoch präzise benennen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Höchster Token-Verbrauch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Einmaliges Setup nötig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+ Screenshots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 – Code-Text und manuelle PNG-Screenshots in den Chat geladen.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nötig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Kurze Antwortzeiten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Nachvollziehbare Erklärungen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Code-Einfügen mühsam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&amp; Uploads zeitaufwendig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Design-Probleme kaum selbst erkannt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~15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~20,6 k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 Ende behebt jeder Workflow alle Fehler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5120640" cy="1280160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6" name="Image 0" descr="/sessions/ecstatic-serene-galileo/mnt/outputs/img/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95728"/>
            <a:ext cx="4846320" cy="5760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017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Ungestylter Button, leere Liste, Header überlappt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35508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NACHHER  ·  WF 2 · MCP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55080" y="2103120"/>
            <a:ext cx="5120640" cy="2788920"/>
          </a:xfrm>
          <a:prstGeom prst="rect">
            <a:avLst/>
          </a:prstGeom>
          <a:solidFill>
            <a:srgbClr val="F6F9FB"/>
          </a:solidFill>
          <a:ln w="15875">
            <a:solidFill>
              <a:srgbClr val="5EEAD4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10" name="Image 1" descr="/sessions/ecstatic-serene-galileo/mnt/outputs/img/aft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37960" y="2240280"/>
            <a:ext cx="4754880" cy="2514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3657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10</a:t>
            </a:r>
            <a:endParaRPr lang="en-US" sz="4400" dirty="0"/>
          </a:p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behoben – in jedem Workflow</a:t>
            </a:r>
            <a:endParaRPr lang="en-US" sz="4400" dirty="0"/>
          </a:p>
        </p:txBody>
      </p:sp>
      <p:sp>
        <p:nvSpPr>
          <p:cNvPr id="14" name="Shape 10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1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Wenigste menschliche Interaktionen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194560" y="2011680"/>
          <a:ext cx="7772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2194560" y="5074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Benötigte Prompts bis zur fehlerfreien App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6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Kürzeste Bearbeitungszeit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77240" y="1920240"/>
          <a:ext cx="7315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Gesamtbearbeitungszeit in Minuten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503920" y="2468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5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</a:t>
            </a:r>
            <a:endParaRPr lang="en-US" sz="5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der Chat-Workflow erreichte MCP das Ziel.</a:t>
            </a:r>
            <a:endParaRPr lang="en-US" sz="5000" dirty="0"/>
          </a:p>
        </p:txBody>
      </p:sp>
      <p:sp>
        <p:nvSpPr>
          <p:cNvPr id="9" name="Shape 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7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Token-Verbrauch: der Trade-off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77240" y="1920240"/>
          <a:ext cx="7315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Verbrauchte Input-Tokens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1920240"/>
            <a:ext cx="2926080" cy="3108960"/>
          </a:xfrm>
          <a:prstGeom prst="rect">
            <a:avLst/>
          </a:prstGeom>
          <a:solidFill>
            <a:srgbClr val="FEF7E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4"/>
          <p:cNvSpPr/>
          <p:nvPr/>
        </p:nvSpPr>
        <p:spPr>
          <a:xfrm>
            <a:off x="8778240" y="22402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kostet am meisten Tokens.
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Tokens sind billig, Menschenzeit teuer. Der Chat spart Tokens – und verliert bei der Zeit.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8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Wann was nutzen?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3456432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1051560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9848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35608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Entwicklung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35608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Laufzeit-Verhalten zählt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69848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35608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 teurer als Tokens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98264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398264" y="2103120"/>
            <a:ext cx="3456432" cy="640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672584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Nur-Code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90872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56632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nur im Code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690872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56632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gewünscht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90872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56632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 Logik-Fixes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19288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3" name="Shape 21"/>
          <p:cNvSpPr/>
          <p:nvPr/>
        </p:nvSpPr>
        <p:spPr>
          <a:xfrm>
            <a:off x="8019288" y="2103120"/>
            <a:ext cx="3456432" cy="64008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8293608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11896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77656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möglich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11896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77656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Browser-LLM da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11896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77656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Einmal-Korrekturen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291840"/>
            <a:ext cx="5943600" cy="5943600"/>
          </a:xfrm>
          <a:prstGeom prst="ellipse">
            <a:avLst/>
          </a:prstGeom>
          <a:solidFill>
            <a:srgbClr val="16314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86384" y="13258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macht aus dem LLM einen eigenständigen Ingenieur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68680" y="2807208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86868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 Korrektheit  —  </a:t>
            </a: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Workflows behoben 10/10 Fehler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3538728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86868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3520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 entscheidet  —  </a:t>
            </a: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gewinnt bei Interaktionen und Zeit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" y="4270248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86868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08760" y="42519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Bewusster Trade-off  —  </a:t>
            </a: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 Tokens, dafür weniger Menschenzeit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8680" y="5212080"/>
            <a:ext cx="1051560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86868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 · Sebastian Kaltenegger   —   Danke. Fragen?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592</Words>
  <Application>Microsoft Office PowerPoint</Application>
  <PresentationFormat>Breitbild</PresentationFormat>
  <Paragraphs>198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Context Protocol (MCP) – Effiziente KI-Integration</dc:title>
  <dc:subject>PptxGenJS Presentation</dc:subject>
  <dc:creator>Andreas Pointner, Sebastian Kaltenegger</dc:creator>
  <cp:lastModifiedBy>Kaltenegger Sebastian - s2410307017</cp:lastModifiedBy>
  <cp:revision>3</cp:revision>
  <dcterms:created xsi:type="dcterms:W3CDTF">2026-06-19T13:39:04Z</dcterms:created>
  <dcterms:modified xsi:type="dcterms:W3CDTF">2026-06-19T13:50:34Z</dcterms:modified>
</cp:coreProperties>
</file>