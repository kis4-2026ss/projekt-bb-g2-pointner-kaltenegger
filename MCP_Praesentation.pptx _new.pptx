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E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69-4AD0-9EC5-68325111F333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69-4AD0-9EC5-68325111F333}"/>
              </c:ext>
            </c:extLst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69-4AD0-9EC5-68325111F3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WF1 · Nur Code</c:v>
                </c:pt>
                <c:pt idx="1">
                  <c:v>WF2 · MCP</c:v>
                </c:pt>
                <c:pt idx="2">
                  <c:v>WF3 · 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969-4AD0-9EC5-68325111F3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88-4F04-B4BA-6D3ED434050C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88-4F04-B4BA-6D3ED434050C}"/>
              </c:ext>
            </c:extLst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88-4F04-B4BA-6D3ED434050C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E88-4F04-B4BA-6D3ED434050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WF1 · Nur Code</c:v>
                </c:pt>
                <c:pt idx="1">
                  <c:v>WF2 · MCP</c:v>
                </c:pt>
                <c:pt idx="2">
                  <c:v>WF3 · 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E88-4F04-B4BA-6D3ED43405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Input-Tokens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BE-4F9E-B447-034957A404DD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BE-4F9E-B447-034957A404DD}"/>
              </c:ext>
            </c:extLst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BE-4F9E-B447-034957A404D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WF1 · Nur Code</c:v>
                </c:pt>
                <c:pt idx="1">
                  <c:v>WF2 · MCP</c:v>
                </c:pt>
                <c:pt idx="2">
                  <c:v>WF3 · Chat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455465</c:v>
                </c:pt>
                <c:pt idx="1">
                  <c:v>1521074</c:v>
                </c:pt>
                <c:pt idx="2">
                  <c:v>20661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BE-4F9E-B447-034957A404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966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669280" cy="5669280"/>
          </a:xfrm>
          <a:prstGeom prst="ellipse">
            <a:avLst/>
          </a:prstGeom>
          <a:solidFill>
            <a:srgbClr val="16314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10104120" y="155448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11064240" y="2423160"/>
            <a:ext cx="201168" cy="201168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10561320" y="868680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0241280" y="1691640"/>
            <a:ext cx="914400" cy="822960"/>
          </a:xfrm>
          <a:prstGeom prst="line">
            <a:avLst/>
          </a:prstGeom>
          <a:noFill/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10241280" y="1691640"/>
            <a:ext cx="393192" cy="0"/>
          </a:xfrm>
          <a:prstGeom prst="line">
            <a:avLst/>
          </a:prstGeom>
          <a:noFill/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 OÖ · KIS4 · GRUPPE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1488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dirty="0">
                <a:solidFill>
                  <a:srgbClr val="5EEAD4"/>
                </a:solidFill>
              </a:rPr>
              <a:t>Frontend “Self-Healer”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Effiziente KI-Integration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41248" y="420624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841248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Pointner  ·  Sebastian Kaltenegger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wollen wir herausfinden?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11277295" y="51726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96C6053-6AB1-54D2-E6DE-6846634E378B}"/>
              </a:ext>
            </a:extLst>
          </p:cNvPr>
          <p:cNvSpPr/>
          <p:nvPr/>
        </p:nvSpPr>
        <p:spPr>
          <a:xfrm>
            <a:off x="6248095" y="2287157"/>
            <a:ext cx="5440680" cy="3154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B74BA6D-1197-9C5C-3BF5-39175116276B}"/>
              </a:ext>
            </a:extLst>
          </p:cNvPr>
          <p:cNvSpPr/>
          <p:nvPr/>
        </p:nvSpPr>
        <p:spPr>
          <a:xfrm>
            <a:off x="6476695" y="2470037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 Ziel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849E954-8A70-01E5-D179-F7DBED91195D}"/>
              </a:ext>
            </a:extLst>
          </p:cNvPr>
          <p:cNvSpPr/>
          <p:nvPr/>
        </p:nvSpPr>
        <p:spPr>
          <a:xfrm>
            <a:off x="6476695" y="2808365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Workflows rein datengestützt vergleichen – anhand eines identischen Sets von Frontend-Fehlern. Gemessen wird an vier Kernmetriken:</a:t>
            </a:r>
            <a:endParaRPr lang="en-US" sz="13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22438A74-19FB-99F9-B323-AA14A75980C6}"/>
              </a:ext>
            </a:extLst>
          </p:cNvPr>
          <p:cNvSpPr/>
          <p:nvPr/>
        </p:nvSpPr>
        <p:spPr>
          <a:xfrm>
            <a:off x="6476695" y="3695333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6B00169-4677-25C7-4773-602E1B69484B}"/>
              </a:ext>
            </a:extLst>
          </p:cNvPr>
          <p:cNvSpPr/>
          <p:nvPr/>
        </p:nvSpPr>
        <p:spPr>
          <a:xfrm>
            <a:off x="6476695" y="36953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74D2DE2-2F55-DCF8-B86C-61BEB1FE5EC2}"/>
              </a:ext>
            </a:extLst>
          </p:cNvPr>
          <p:cNvSpPr/>
          <p:nvPr/>
        </p:nvSpPr>
        <p:spPr>
          <a:xfrm>
            <a:off x="6842455" y="3622181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Token-Verbrauch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Kostenvergleich (Input + Output)</a:t>
            </a:r>
            <a:endParaRPr lang="en-US" sz="125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514495B-A600-72F0-F30D-5836964AA66F}"/>
              </a:ext>
            </a:extLst>
          </p:cNvPr>
          <p:cNvSpPr/>
          <p:nvPr/>
        </p:nvSpPr>
        <p:spPr>
          <a:xfrm>
            <a:off x="6476695" y="4115957"/>
            <a:ext cx="256032" cy="256032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DD13594-7517-E373-6B4F-8502296E11D5}"/>
              </a:ext>
            </a:extLst>
          </p:cNvPr>
          <p:cNvSpPr/>
          <p:nvPr/>
        </p:nvSpPr>
        <p:spPr>
          <a:xfrm>
            <a:off x="6476695" y="41159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C0429A1-3519-14F7-9B04-3723C2EDE014}"/>
              </a:ext>
            </a:extLst>
          </p:cNvPr>
          <p:cNvSpPr/>
          <p:nvPr/>
        </p:nvSpPr>
        <p:spPr>
          <a:xfrm>
            <a:off x="6842455" y="4042805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Fehlerbehebungsquote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viele der Bugs wirklich behoben?</a:t>
            </a:r>
            <a:endParaRPr lang="en-US" sz="125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C411E660-C96F-E903-76C2-F2CE201C0C0C}"/>
              </a:ext>
            </a:extLst>
          </p:cNvPr>
          <p:cNvSpPr/>
          <p:nvPr/>
        </p:nvSpPr>
        <p:spPr>
          <a:xfrm>
            <a:off x="6476695" y="4536581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F6EF589-7E53-C00E-8EB8-30EA408D828C}"/>
              </a:ext>
            </a:extLst>
          </p:cNvPr>
          <p:cNvSpPr/>
          <p:nvPr/>
        </p:nvSpPr>
        <p:spPr>
          <a:xfrm>
            <a:off x="6476695" y="45365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7E419D9-01CD-74F6-D377-8EF697A912A8}"/>
              </a:ext>
            </a:extLst>
          </p:cNvPr>
          <p:cNvSpPr/>
          <p:nvPr/>
        </p:nvSpPr>
        <p:spPr>
          <a:xfrm>
            <a:off x="6842455" y="4463429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Menschliche Interaktionen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muss der Mensch eingreifen?</a:t>
            </a:r>
            <a:endParaRPr lang="en-US" sz="125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E36CC503-11A7-5079-5439-6D1F38570E60}"/>
              </a:ext>
            </a:extLst>
          </p:cNvPr>
          <p:cNvSpPr/>
          <p:nvPr/>
        </p:nvSpPr>
        <p:spPr>
          <a:xfrm>
            <a:off x="6476695" y="4957205"/>
            <a:ext cx="256032" cy="256032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023E9DD1-3948-D3FA-C3DA-FA143C025A9C}"/>
              </a:ext>
            </a:extLst>
          </p:cNvPr>
          <p:cNvSpPr/>
          <p:nvPr/>
        </p:nvSpPr>
        <p:spPr>
          <a:xfrm>
            <a:off x="6476695" y="4957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7785C79-0EB9-E30C-7BF6-2C77C3DE4021}"/>
              </a:ext>
            </a:extLst>
          </p:cNvPr>
          <p:cNvSpPr/>
          <p:nvPr/>
        </p:nvSpPr>
        <p:spPr>
          <a:xfrm>
            <a:off x="6842455" y="4884053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Bearbeitungszeit  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Fehlerbericht bis zum sauberen Build</a:t>
            </a:r>
            <a:endParaRPr lang="en-US" sz="125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B85F23BE-532B-ABD2-369C-AEB942B14EA2}"/>
              </a:ext>
            </a:extLst>
          </p:cNvPr>
          <p:cNvSpPr/>
          <p:nvPr/>
        </p:nvSpPr>
        <p:spPr>
          <a:xfrm>
            <a:off x="655320" y="2307295"/>
            <a:ext cx="5440680" cy="3134541"/>
          </a:xfrm>
          <a:prstGeom prst="rect">
            <a:avLst/>
          </a:prstGeom>
          <a:solidFill>
            <a:srgbClr val="0F2540"/>
          </a:solidFill>
          <a:ln/>
          <a:effectLst>
            <a:outerShdw blurRad="114300" dist="38100" dir="8100000" algn="bl" rotWithShape="0">
              <a:srgbClr val="0F2540">
                <a:alpha val="16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1FCFAA9-9C95-DE3B-558F-0740DFF51E5E}"/>
              </a:ext>
            </a:extLst>
          </p:cNvPr>
          <p:cNvSpPr/>
          <p:nvPr/>
        </p:nvSpPr>
        <p:spPr>
          <a:xfrm>
            <a:off x="929640" y="341082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LEITFRAGE</a:t>
            </a:r>
            <a:endParaRPr lang="en-US" sz="105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C42C4F4D-1816-B753-B161-EA52D7E94A46}"/>
              </a:ext>
            </a:extLst>
          </p:cNvPr>
          <p:cNvSpPr/>
          <p:nvPr/>
        </p:nvSpPr>
        <p:spPr>
          <a:xfrm>
            <a:off x="929640" y="3686189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8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Welcher KI-Workflow bietet die beste Balance aus Korrektheit, UI-Qualität und Kosteneffizienz?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LLM ohne Kontext ist blind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Laufzeit-Fehler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404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Konsolen-Errors bleiben unsichtbar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8229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944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gerendertes 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&amp; Styles werden nicht gesehen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31336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82296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7856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Selbst-Prüfung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873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Mensch muss jede Korrektur testen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25146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6949440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052560" y="2286000"/>
            <a:ext cx="0" cy="1371600"/>
          </a:xfrm>
          <a:prstGeom prst="line">
            <a:avLst/>
          </a:prstGeom>
          <a:noFill/>
          <a:ln w="25400">
            <a:solidFill>
              <a:srgbClr val="E2A6A6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9464040" y="2286000"/>
            <a:ext cx="2194560" cy="438912"/>
          </a:xfrm>
          <a:prstGeom prst="rect">
            <a:avLst/>
          </a:prstGeom>
          <a:solidFill>
            <a:srgbClr val="F6F9FB"/>
          </a:solidFill>
          <a:ln w="12700">
            <a:solidFill>
              <a:srgbClr val="F0C8C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9464040" y="22860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UI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64040" y="2852928"/>
            <a:ext cx="2194560" cy="438912"/>
          </a:xfrm>
          <a:prstGeom prst="rect">
            <a:avLst/>
          </a:prstGeom>
          <a:solidFill>
            <a:srgbClr val="F6F9FB"/>
          </a:solidFill>
          <a:ln w="12700">
            <a:solidFill>
              <a:srgbClr val="F0C8C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9464040" y="28529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Konsolen-Logs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64040" y="3419856"/>
            <a:ext cx="2194560" cy="438912"/>
          </a:xfrm>
          <a:prstGeom prst="rect">
            <a:avLst/>
          </a:prstGeom>
          <a:solidFill>
            <a:srgbClr val="F6F9FB"/>
          </a:solidFill>
          <a:ln w="12700">
            <a:solidFill>
              <a:srgbClr val="F0C8C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9464040" y="34198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DOM-Styles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5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ist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standardisierte Schnittstelle zwischen KI-Agent und Werkzeugen – der „USB-C-Stecker“ für KI.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F2540"/>
          </a:solidFill>
          <a:ln/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KI-Agent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9718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/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4663440" y="29718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MCP-Server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Browser-Controller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3520440"/>
            <a:ext cx="1645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7498080" y="3520440"/>
            <a:ext cx="1417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7498080" y="3520440"/>
            <a:ext cx="1417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7498080" y="3520440"/>
            <a:ext cx="1417320" cy="7772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8915400" y="2468880"/>
            <a:ext cx="2468880" cy="548640"/>
          </a:xfrm>
          <a:prstGeom prst="rect">
            <a:avLst/>
          </a:prstGeom>
          <a:solidFill>
            <a:srgbClr val="F6F9FB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8915400" y="2468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DOM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3246120"/>
            <a:ext cx="2468880" cy="548640"/>
          </a:xfrm>
          <a:prstGeom prst="rect">
            <a:avLst/>
          </a:prstGeom>
          <a:solidFill>
            <a:srgbClr val="F6F9FB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89154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Konsolen-Logs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15400" y="4023360"/>
            <a:ext cx="2468880" cy="548640"/>
          </a:xfrm>
          <a:prstGeom prst="rect">
            <a:avLst/>
          </a:prstGeom>
          <a:solidFill>
            <a:srgbClr val="F6F9FB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891540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Dateisystem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7E092102-6FAB-0284-4FC6-79FCB5FAFADC}"/>
              </a:ext>
            </a:extLst>
          </p:cNvPr>
          <p:cNvSpPr/>
          <p:nvPr/>
        </p:nvSpPr>
        <p:spPr>
          <a:xfrm flipV="1">
            <a:off x="7498080" y="2807207"/>
            <a:ext cx="1417320" cy="713231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Versuchsaufbau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13558" y="1783080"/>
            <a:ext cx="9587680" cy="777240"/>
          </a:xfrm>
          <a:prstGeom prst="roundRect">
            <a:avLst>
              <a:gd name="adj" fmla="val 7059"/>
            </a:avLst>
          </a:prstGeom>
          <a:solidFill>
            <a:srgbClr val="0F2540"/>
          </a:solidFill>
          <a:ln/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16052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Basis-App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Bugs · identische Codebasis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94560" y="256032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777240" y="3108960"/>
            <a:ext cx="2834640" cy="1783080"/>
          </a:xfrm>
          <a:prstGeom prst="rect">
            <a:avLst/>
          </a:prstGeom>
          <a:solidFill>
            <a:srgbClr val="F6F9FB"/>
          </a:solidFill>
          <a:ln w="12700">
            <a:solidFill>
              <a:srgbClr val="E8EDF2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73152" cy="1783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1051560" y="3291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 Code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Text-Dateien, kein Zugriff auf App oder Logs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560320"/>
            <a:ext cx="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2834640" cy="1783080"/>
          </a:xfrm>
          <a:prstGeom prst="rect">
            <a:avLst/>
          </a:prstGeom>
          <a:solidFill>
            <a:srgbClr val="F6F9FB"/>
          </a:solidFill>
          <a:ln w="12700">
            <a:solidFill>
              <a:srgbClr val="E8EDF2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4663440" y="3108960"/>
            <a:ext cx="73152" cy="1783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MCP-Server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93776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Logs &amp; DOM, patcht und testet selbst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966960" y="2560320"/>
            <a:ext cx="0" cy="50292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8549640" y="3108960"/>
            <a:ext cx="2834640" cy="1783080"/>
          </a:xfrm>
          <a:prstGeom prst="rect">
            <a:avLst/>
          </a:prstGeom>
          <a:solidFill>
            <a:srgbClr val="F6F9FB"/>
          </a:solidFill>
          <a:ln w="12700">
            <a:solidFill>
              <a:srgbClr val="E8EDF2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8549640" y="3108960"/>
            <a:ext cx="73152" cy="1783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8823960" y="3291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239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+ Screenshots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823960" y="4114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Code-Text plus manuelle PNG-Screenshots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FEHLER-SET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injizierte Fehler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221284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 / Logik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3364992" cy="0"/>
          </a:xfrm>
          <a:prstGeom prst="line">
            <a:avLst/>
          </a:prstGeom>
          <a:noFill/>
          <a:ln w="190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822960" y="3118104"/>
            <a:ext cx="118872" cy="118872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097280" y="30266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Falsches Löschen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575304"/>
            <a:ext cx="118872" cy="118872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097280" y="34838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Massen-Update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032504"/>
            <a:ext cx="118872" cy="118872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1097280" y="39410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Validierung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489704"/>
            <a:ext cx="118872" cy="118872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097280" y="43982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Kaputte Filter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98264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266944" y="221284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/ Responsive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98264" y="2880360"/>
            <a:ext cx="3364992" cy="0"/>
          </a:xfrm>
          <a:prstGeom prst="line">
            <a:avLst/>
          </a:prstGeom>
          <a:noFill/>
          <a:ln w="190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4443984" y="311810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4718304" y="30266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Text-Overflow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43984" y="357530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718304" y="34838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Überlappende Header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43984" y="403250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718304" y="39410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Zerstörte Buttons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19288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887968" y="2212848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Ungestylte UI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19288" y="2880360"/>
            <a:ext cx="3364992" cy="0"/>
          </a:xfrm>
          <a:prstGeom prst="line">
            <a:avLst/>
          </a:prstGeom>
          <a:noFill/>
          <a:ln w="190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Shape 25"/>
          <p:cNvSpPr/>
          <p:nvPr/>
        </p:nvSpPr>
        <p:spPr>
          <a:xfrm>
            <a:off x="8065008" y="3118104"/>
            <a:ext cx="118872" cy="118872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8339328" y="30266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Fälligkeitsdatum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065008" y="3575304"/>
            <a:ext cx="118872" cy="118872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8339328" y="34838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Dropdown-Priorität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065008" y="4032504"/>
            <a:ext cx="118872" cy="118872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8339328" y="394106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„Liste leeren“-Button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Text 34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 mit Zugriff auf den src-Ordner – ohne laufende App oder Konsole.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gut lief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&amp; build selbst ausgeführt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schnelle Antwortzeiten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 im Browser testbar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schwierig war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7432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UI-Probleme nicht selbst erkannt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mussten explizit benannt werden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Iteration manuell getestet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53712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min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FD66A2C-4BAB-9EC2-03C2-97C548A75EA6}"/>
              </a:ext>
            </a:extLst>
          </p:cNvPr>
          <p:cNvSpPr/>
          <p:nvPr/>
        </p:nvSpPr>
        <p:spPr>
          <a:xfrm>
            <a:off x="8330184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</a:rPr>
              <a:t>27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MCP-Server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 + Playwright MCP – der Agent lädt die App, prüft DOM &amp; Konsole selbst.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gut lief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 sich selbst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Öffnet Browser &amp; testet autonom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Wenigste Prompts, schnellste Zeit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schwierig war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7432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dennoch präzise benennen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Höchster Token-Verbrauch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Einmaliges Setup nötig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53712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 min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30184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+ Screenshots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– Code-Text und manuelle PNG-Screenshots in den Chat geladen.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gut lief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Setup nötig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Antwortzeiten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Nachvollziehbare Erklärungen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schwierig war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7432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Code-Einfügen mühsam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&amp; Uploads zeitaufwendig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Design-Probleme kaum selbst erkannt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53712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 min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30184" y="4526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~20,6 k</a:t>
            </a:r>
            <a:endParaRPr lang="en-US" sz="2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Ende behebt jeder Workflow alle Fehler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120640" cy="1280160"/>
          </a:xfrm>
          <a:prstGeom prst="rect">
            <a:avLst/>
          </a:prstGeom>
          <a:solidFill>
            <a:srgbClr val="F6F9FB"/>
          </a:solidFill>
          <a:ln w="12700">
            <a:solidFill>
              <a:srgbClr val="F0C8C8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6" name="Image 0" descr="/sessions/ecstatic-serene-galileo/mnt/outputs/img/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95728"/>
            <a:ext cx="4846320" cy="576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Ungestylter Button, leere Liste, Header überlappt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 ·  WF 2 · MCP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103120"/>
            <a:ext cx="5120640" cy="2788920"/>
          </a:xfrm>
          <a:prstGeom prst="rect">
            <a:avLst/>
          </a:prstGeom>
          <a:solidFill>
            <a:srgbClr val="F6F9FB"/>
          </a:solidFill>
          <a:ln w="15875">
            <a:solidFill>
              <a:srgbClr val="5EEAD4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0" name="Image 1" descr="/sessions/ecstatic-serene-galileo/mnt/outputs/img/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7960" y="2240280"/>
            <a:ext cx="4754880" cy="2514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657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4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behoben – in jedem Workflow</a:t>
            </a:r>
            <a:endParaRPr lang="en-US" sz="4400" dirty="0"/>
          </a:p>
        </p:txBody>
      </p:sp>
      <p:sp>
        <p:nvSpPr>
          <p:cNvPr id="14" name="Shape 10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1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METRIK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Anzahl</a:t>
            </a: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menschlicher</a:t>
            </a: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Interaktionen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194560" y="2011680"/>
          <a:ext cx="7772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194560" y="5074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Benötigte Prompts bis zur fehlerfreien App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METRIK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Bearbeitungszeiten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663331985"/>
              </p:ext>
            </p:extLst>
          </p:nvPr>
        </p:nvGraphicFramePr>
        <p:xfrm>
          <a:off x="777240" y="1920240"/>
          <a:ext cx="7315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Gesamtbearbeitungszeit in Minuten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24688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2-3×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der Chat-Workflow </a:t>
            </a:r>
            <a:r>
              <a:rPr lang="en-US" sz="14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erreichte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CLI-KI das Ziel</a:t>
            </a:r>
            <a:endParaRPr lang="en-US" sz="5000" dirty="0"/>
          </a:p>
        </p:txBody>
      </p:sp>
      <p:sp>
        <p:nvSpPr>
          <p:cNvPr id="9" name="Shape 6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· METRIK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Token-Verbrauch: der Trade-off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26422232"/>
              </p:ext>
            </p:extLst>
          </p:nvPr>
        </p:nvGraphicFramePr>
        <p:xfrm>
          <a:off x="777240" y="1920240"/>
          <a:ext cx="7315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Verbrauchte Input-Tokens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1920240"/>
            <a:ext cx="2926080" cy="3108960"/>
          </a:xfrm>
          <a:prstGeom prst="rect">
            <a:avLst/>
          </a:prstGeom>
          <a:solidFill>
            <a:srgbClr val="FEF7E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/>
          <p:nvPr/>
        </p:nvSpPr>
        <p:spPr>
          <a:xfrm>
            <a:off x="8778240" y="22402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kostet am meisten Tokens.
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Tokens sind billig, Menschenzeit teuer. Der Chat spart Tokens – und verliert bei der Zeit.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8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 was nutzen?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456432" cy="2651760"/>
          </a:xfrm>
          <a:prstGeom prst="rect">
            <a:avLst/>
          </a:prstGeom>
          <a:solidFill>
            <a:srgbClr val="F6F9FB"/>
          </a:solidFill>
          <a:ln w="12700">
            <a:solidFill>
              <a:srgbClr val="E8EDF2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3456432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1051560" y="210312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35608" y="2971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Entwicklung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35608" y="34838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Laufzeit-Verhalten zählt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9848" y="3995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39959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teurer als Tokens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98264" y="2103120"/>
            <a:ext cx="3456432" cy="2651760"/>
          </a:xfrm>
          <a:prstGeom prst="rect">
            <a:avLst/>
          </a:prstGeom>
          <a:solidFill>
            <a:srgbClr val="F6F9FB"/>
          </a:solidFill>
          <a:ln w="12700">
            <a:solidFill>
              <a:srgbClr val="E8EDF2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4398264" y="2103120"/>
            <a:ext cx="3456432" cy="6400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4672584" y="210312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Nur-Code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0872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56632" y="2971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nur im Code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90872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56632" y="34838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Setup gewünscht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90872" y="3995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56632" y="39959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Logik-Fixes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19288" y="2103120"/>
            <a:ext cx="3456432" cy="2651760"/>
          </a:xfrm>
          <a:prstGeom prst="rect">
            <a:avLst/>
          </a:prstGeom>
          <a:solidFill>
            <a:srgbClr val="F6F9FB"/>
          </a:solidFill>
          <a:ln w="12700">
            <a:solidFill>
              <a:srgbClr val="E8EDF2"/>
            </a:solidFill>
            <a:prstDash val="solid"/>
          </a:ln>
          <a:effectLst>
            <a:outerShdw blurRad="152400" dist="38100" dir="8100000" algn="bl" rotWithShape="0">
              <a:srgbClr val="0F2540">
                <a:alpha val="10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23" name="Shape 21"/>
          <p:cNvSpPr/>
          <p:nvPr/>
        </p:nvSpPr>
        <p:spPr>
          <a:xfrm>
            <a:off x="8019288" y="2103120"/>
            <a:ext cx="3456432" cy="640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8293608" y="210312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11896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77656" y="29718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Setup möglich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11896" y="34838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77656" y="3483864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Universelle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Einsatzmöglichkeiten</a:t>
            </a:r>
            <a:endParaRPr lang="en-US" sz="13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11896" y="3995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77656" y="39959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Einmal-Korrekturen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02920" y="6400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11277295" y="62910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Breitbild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 – Effiziente KI-Integration</dc:title>
  <dc:subject>PptxGenJS Presentation</dc:subject>
  <dc:creator>Andreas Pointner, Sebastian Kaltenegger</dc:creator>
  <cp:lastModifiedBy>Pointner Andreas - s2410307029</cp:lastModifiedBy>
  <cp:revision>18</cp:revision>
  <dcterms:created xsi:type="dcterms:W3CDTF">2026-06-19T13:39:04Z</dcterms:created>
  <dcterms:modified xsi:type="dcterms:W3CDTF">2026-06-20T11:52:19Z</dcterms:modified>
</cp:coreProperties>
</file>